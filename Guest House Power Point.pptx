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4" r:id="rId9"/>
    <p:sldId id="265" r:id="rId10"/>
    <p:sldId id="26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70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00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25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00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88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1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64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79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4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4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2780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51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9814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38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28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77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914A3-FC12-4615-B9A5-4720E7ED3B2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1F724A0-F5CC-4899-A8C0-0E9892C82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0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matnsb-hqgh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DB735F-1E2C-3B6F-1130-8DF025C9E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194" y="-254778"/>
            <a:ext cx="7766936" cy="6902916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FCF8D9-9234-7E9D-A77A-8C3C62BE0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8241" y="3429000"/>
            <a:ext cx="3094913" cy="164630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IMA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TNSB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GUEST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HOUSE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52F08-23D3-9066-1BBD-75D680603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5926" y="2648230"/>
            <a:ext cx="7766936" cy="1096899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16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639B-613F-D527-5BA5-D410EF1F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452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INDIAN MEDICAL ASSOCIATION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TAMILNADU STATE BRANCH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2226A9-7948-DB50-6399-184499942B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0" b="15778"/>
          <a:stretch>
            <a:fillRect/>
          </a:stretch>
        </p:blipFill>
        <p:spPr bwMode="auto">
          <a:xfrm>
            <a:off x="1089357" y="2260862"/>
            <a:ext cx="2088557" cy="23917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3F5FE6-757A-4602-283B-1F48C8153F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408" y="2260863"/>
            <a:ext cx="1836520" cy="2391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ADB489-79FA-FAF4-0C04-224BCEDAFF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152" y="2227134"/>
            <a:ext cx="1836521" cy="23917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E6C14AD-1D6B-5614-F0FA-E2E5066CA69B}"/>
              </a:ext>
            </a:extLst>
          </p:cNvPr>
          <p:cNvSpPr txBox="1">
            <a:spLocks/>
          </p:cNvSpPr>
          <p:nvPr/>
        </p:nvSpPr>
        <p:spPr>
          <a:xfrm>
            <a:off x="7490641" y="4061087"/>
            <a:ext cx="3094913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BAA5C-30E5-B152-8900-E1F1EDCAEE26}"/>
              </a:ext>
            </a:extLst>
          </p:cNvPr>
          <p:cNvSpPr txBox="1"/>
          <p:nvPr/>
        </p:nvSpPr>
        <p:spPr>
          <a:xfrm>
            <a:off x="1044387" y="4869248"/>
            <a:ext cx="20885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Dr. B. SRIDHAR</a:t>
            </a:r>
          </a:p>
          <a:p>
            <a:pPr algn="ctr"/>
            <a:r>
              <a:rPr lang="en-US" sz="1800" b="1" dirty="0">
                <a:solidFill>
                  <a:srgbClr val="FF0000"/>
                </a:solidFill>
              </a:rPr>
              <a:t>State President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4CCF8-3FFD-2EB7-8A22-9833A165202B}"/>
              </a:ext>
            </a:extLst>
          </p:cNvPr>
          <p:cNvSpPr txBox="1"/>
          <p:nvPr/>
        </p:nvSpPr>
        <p:spPr>
          <a:xfrm>
            <a:off x="3530741" y="4901728"/>
            <a:ext cx="3094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Dr. M. THIRAVIAM MOHAN</a:t>
            </a:r>
          </a:p>
          <a:p>
            <a:pPr algn="ctr"/>
            <a:r>
              <a:rPr lang="en-US" sz="1800" b="1" dirty="0">
                <a:solidFill>
                  <a:srgbClr val="FF0000"/>
                </a:solidFill>
              </a:rPr>
              <a:t>State Secretary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959FC5-5FD4-6D62-DB4A-FBB04C84383D}"/>
              </a:ext>
            </a:extLst>
          </p:cNvPr>
          <p:cNvSpPr txBox="1"/>
          <p:nvPr/>
        </p:nvSpPr>
        <p:spPr>
          <a:xfrm>
            <a:off x="6681173" y="4904228"/>
            <a:ext cx="3094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Dr. D. </a:t>
            </a:r>
            <a:r>
              <a:rPr lang="en-US" b="1" dirty="0">
                <a:solidFill>
                  <a:srgbClr val="FF0000"/>
                </a:solidFill>
              </a:rPr>
              <a:t>SOLOMON JEYA</a:t>
            </a:r>
            <a:endParaRPr lang="en-US" sz="1800" b="1" dirty="0">
              <a:solidFill>
                <a:srgbClr val="FF0000"/>
              </a:solidFill>
            </a:endParaRPr>
          </a:p>
          <a:p>
            <a:pPr algn="ctr"/>
            <a:r>
              <a:rPr lang="en-US" sz="1800" b="1" dirty="0">
                <a:solidFill>
                  <a:srgbClr val="FF0000"/>
                </a:solidFill>
              </a:rPr>
              <a:t>State Finance Secretary</a:t>
            </a:r>
          </a:p>
        </p:txBody>
      </p:sp>
    </p:spTree>
    <p:extLst>
      <p:ext uri="{BB962C8B-B14F-4D97-AF65-F5344CB8AC3E}">
        <p14:creationId xmlns:p14="http://schemas.microsoft.com/office/powerpoint/2010/main" val="1125890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28462-71DF-2C9C-D002-0916ABD5E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A5AED-2B88-33E4-C552-C41B78BB7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452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IMA TNSB – GUEST HOUSE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8028067-1C3E-6F37-37C7-F98A172B6946}"/>
              </a:ext>
            </a:extLst>
          </p:cNvPr>
          <p:cNvSpPr txBox="1">
            <a:spLocks/>
          </p:cNvSpPr>
          <p:nvPr/>
        </p:nvSpPr>
        <p:spPr>
          <a:xfrm>
            <a:off x="7490641" y="4061087"/>
            <a:ext cx="3094913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FCC57-DB60-0F34-CA53-325E315B7448}"/>
              </a:ext>
            </a:extLst>
          </p:cNvPr>
          <p:cNvSpPr txBox="1"/>
          <p:nvPr/>
        </p:nvSpPr>
        <p:spPr>
          <a:xfrm>
            <a:off x="939457" y="4689368"/>
            <a:ext cx="20885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Dr. </a:t>
            </a:r>
            <a:r>
              <a:rPr lang="en-US" b="1" dirty="0">
                <a:solidFill>
                  <a:srgbClr val="FF0000"/>
                </a:solidFill>
              </a:rPr>
              <a:t>S. KASI</a:t>
            </a:r>
            <a:endParaRPr lang="en-US" sz="1800" b="1" dirty="0">
              <a:solidFill>
                <a:srgbClr val="FF0000"/>
              </a:solidFill>
            </a:endParaRPr>
          </a:p>
          <a:p>
            <a:pPr algn="ctr"/>
            <a:r>
              <a:rPr lang="en-US" sz="1800" b="1" dirty="0">
                <a:solidFill>
                  <a:srgbClr val="FF0000"/>
                </a:solidFill>
              </a:rPr>
              <a:t>Chairman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F5799E-2730-D7B0-4607-AA5BBE2ED6C0}"/>
              </a:ext>
            </a:extLst>
          </p:cNvPr>
          <p:cNvSpPr txBox="1"/>
          <p:nvPr/>
        </p:nvSpPr>
        <p:spPr>
          <a:xfrm>
            <a:off x="3425811" y="4721848"/>
            <a:ext cx="3094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Dr. AMUTHA KARUNANIDHI</a:t>
            </a:r>
          </a:p>
          <a:p>
            <a:pPr algn="ctr"/>
            <a:r>
              <a:rPr lang="en-US" sz="1800" b="1" dirty="0">
                <a:solidFill>
                  <a:srgbClr val="FF0000"/>
                </a:solidFill>
              </a:rPr>
              <a:t>Co-Chairman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1938F-EC3D-67E3-5973-5DA5E7DD9C18}"/>
              </a:ext>
            </a:extLst>
          </p:cNvPr>
          <p:cNvSpPr txBox="1"/>
          <p:nvPr/>
        </p:nvSpPr>
        <p:spPr>
          <a:xfrm>
            <a:off x="6576243" y="4724348"/>
            <a:ext cx="3094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Dr. C. NANDA KUMAR</a:t>
            </a:r>
          </a:p>
          <a:p>
            <a:pPr algn="ctr"/>
            <a:r>
              <a:rPr lang="en-US" sz="1800" b="1" dirty="0">
                <a:solidFill>
                  <a:srgbClr val="FF0000"/>
                </a:solidFill>
              </a:rPr>
              <a:t>Secretary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CC40B3-0156-B87D-8912-0B5C48491B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0" y="2229633"/>
            <a:ext cx="2062914" cy="22498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856902-017F-C5A9-15C6-FDDA5035FC2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44" t="6749" b="25161"/>
          <a:stretch>
            <a:fillRect/>
          </a:stretch>
        </p:blipFill>
        <p:spPr bwMode="auto">
          <a:xfrm>
            <a:off x="7177568" y="2101020"/>
            <a:ext cx="1836520" cy="25021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60437C-9B5C-A61B-A911-CF521017CB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9530" y="2272104"/>
            <a:ext cx="1635952" cy="224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48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5C89350-DAAE-4D11-C316-19D504AA6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9743"/>
            <a:ext cx="12173397" cy="601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9E2A028-265A-45CD-8447-B3610C316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37" t="39009" r="1485" b="19563"/>
          <a:stretch>
            <a:fillRect/>
          </a:stretch>
        </p:blipFill>
        <p:spPr>
          <a:xfrm>
            <a:off x="3135719" y="0"/>
            <a:ext cx="4704135" cy="691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03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23AD-98AE-4DAA-CC4A-CAF9F05E5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42" y="729521"/>
            <a:ext cx="8596668" cy="10692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HALL RENTAL TARIFF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B123F7-A757-788A-FDB1-00707F97E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" t="36938" r="37896" b="51944"/>
          <a:stretch>
            <a:fillRect/>
          </a:stretch>
        </p:blipFill>
        <p:spPr>
          <a:xfrm>
            <a:off x="209861" y="2339987"/>
            <a:ext cx="10865885" cy="269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865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A08E5-0C6E-D491-903B-7FECF1EB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71469-1263-7A1D-D8E7-4E585E3A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42" y="444708"/>
            <a:ext cx="8596668" cy="1069298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ROOM TARIFF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83636C9D-42F5-580F-4B98-CD6AB5795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" t="50472" r="38863" b="30912"/>
          <a:stretch>
            <a:fillRect/>
          </a:stretch>
        </p:blipFill>
        <p:spPr>
          <a:xfrm>
            <a:off x="512442" y="1708879"/>
            <a:ext cx="11128342" cy="469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18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D4AF1-15DE-DFAF-00AC-0CC53B102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FOR BOOKINGS – </a:t>
            </a:r>
            <a:br>
              <a:rPr lang="en-US" sz="3200" b="1" dirty="0">
                <a:solidFill>
                  <a:srgbClr val="FF0000"/>
                </a:solidFill>
              </a:rPr>
            </a:br>
            <a:r>
              <a:rPr lang="en-US" sz="3200" b="1" dirty="0">
                <a:solidFill>
                  <a:srgbClr val="FF0000"/>
                </a:solidFill>
              </a:rPr>
              <a:t>KINDLY CONTACT / WHATSAPP / </a:t>
            </a:r>
            <a:r>
              <a:rPr lang="en-US" sz="3200" b="1" dirty="0" err="1">
                <a:solidFill>
                  <a:srgbClr val="FF0000"/>
                </a:solidFill>
              </a:rPr>
              <a:t>e.mail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1587E-E626-752A-6E9A-BD51BACA4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640275"/>
            <a:ext cx="8596668" cy="199168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1"/>
                </a:solidFill>
              </a:rPr>
              <a:t>90871 80123 / 81900 00918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secretary@imatnsb-hqgh.com</a:t>
            </a:r>
          </a:p>
        </p:txBody>
      </p:sp>
    </p:spTree>
    <p:extLst>
      <p:ext uri="{BB962C8B-B14F-4D97-AF65-F5344CB8AC3E}">
        <p14:creationId xmlns:p14="http://schemas.microsoft.com/office/powerpoint/2010/main" val="3370372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F51F-402E-D1D2-D762-15A0A1DCD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748851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Online booking – Demo 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7D820-59EC-2F9A-AACA-58C9763DC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299840"/>
            <a:ext cx="8596668" cy="912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https://www.imatnsb-hqgh.com/</a:t>
            </a:r>
            <a:endParaRPr lang="en-US" sz="36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405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,900+ Thank You Presentation Stock Photos, Pictures &amp; Royalty-Free Images  - iStock | Thank you for listening, Thank you sign, Thank you note">
            <a:extLst>
              <a:ext uri="{FF2B5EF4-FFF2-40B4-BE49-F238E27FC236}">
                <a16:creationId xmlns:a16="http://schemas.microsoft.com/office/drawing/2014/main" id="{EDA9D479-09C1-D8D6-B0BB-A8B5F98B9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548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615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3251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111</TotalTime>
  <Words>102</Words>
  <Application>Microsoft Office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IMA  TNSB  GUEST  HOUSE</vt:lpstr>
      <vt:lpstr>INDIAN MEDICAL ASSOCIATION TAMILNADU STATE BRANCH</vt:lpstr>
      <vt:lpstr>IMA TNSB – GUEST HOUSE</vt:lpstr>
      <vt:lpstr>PowerPoint Presentation</vt:lpstr>
      <vt:lpstr>PowerPoint Presentation</vt:lpstr>
      <vt:lpstr>HALL RENTAL TARIFF</vt:lpstr>
      <vt:lpstr>ROOM TARIFF</vt:lpstr>
      <vt:lpstr>FOR BOOKINGS –  KINDLY CONTACT / WHATSAPP / e.mail </vt:lpstr>
      <vt:lpstr>Online booking – Demo on process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Indian Medical Association Tamilnadu State Branch</dc:creator>
  <cp:lastModifiedBy>Indian Medical Association Tamilnadu State Branch</cp:lastModifiedBy>
  <cp:revision>3</cp:revision>
  <dcterms:created xsi:type="dcterms:W3CDTF">2026-02-13T13:12:03Z</dcterms:created>
  <dcterms:modified xsi:type="dcterms:W3CDTF">2026-02-14T05:34:44Z</dcterms:modified>
</cp:coreProperties>
</file>